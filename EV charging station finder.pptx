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7588EA-2AD4-B801-AE21-77975267B13E}"/>
              </a:ext>
            </a:extLst>
          </p:cNvPr>
          <p:cNvSpPr txBox="1"/>
          <p:nvPr/>
        </p:nvSpPr>
        <p:spPr>
          <a:xfrm>
            <a:off x="2330246" y="1506879"/>
            <a:ext cx="867038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EV Charging Station Finder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8E9D4-D48A-84BF-ED3E-4297D509BA85}"/>
              </a:ext>
            </a:extLst>
          </p:cNvPr>
          <p:cNvSpPr txBox="1"/>
          <p:nvPr/>
        </p:nvSpPr>
        <p:spPr>
          <a:xfrm>
            <a:off x="4414684" y="4581680"/>
            <a:ext cx="819027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/>
              <a:t>Designed &amp; Developed By:</a:t>
            </a:r>
            <a:br>
              <a:rPr lang="en-US" sz="2000" dirty="0"/>
            </a:br>
            <a:r>
              <a:rPr lang="en-US" sz="2000" dirty="0"/>
              <a:t>                                              </a:t>
            </a:r>
            <a:br>
              <a:rPr lang="en-US" sz="2000" dirty="0"/>
            </a:br>
            <a:r>
              <a:rPr lang="en-US" sz="2000" dirty="0"/>
              <a:t>           </a:t>
            </a:r>
            <a:r>
              <a:rPr lang="en-US" sz="2000" b="1" dirty="0"/>
              <a:t>Team Technocrats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Srivarsha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P &amp; Preethi .P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sz="2000" b="1" dirty="0"/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8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A15200-A210-BA44-6FAC-4E2000F91F82}"/>
              </a:ext>
            </a:extLst>
          </p:cNvPr>
          <p:cNvSpPr txBox="1"/>
          <p:nvPr/>
        </p:nvSpPr>
        <p:spPr>
          <a:xfrm>
            <a:off x="2302150" y="450431"/>
            <a:ext cx="875913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users find it difficult to locate nearby charging stations and check their availability.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confusion about charging type and makes traveling stressful and inconvenient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C79427-375D-FF50-7EB6-8792EEC04E30}"/>
              </a:ext>
            </a:extLst>
          </p:cNvPr>
          <p:cNvSpPr txBox="1"/>
          <p:nvPr/>
        </p:nvSpPr>
        <p:spPr>
          <a:xfrm>
            <a:off x="2233324" y="3502676"/>
            <a:ext cx="85723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simple web application that helps users quickly find nearby EV charging stations.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charging type, availability status, and provides direct Google Maps navigation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51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801BBF-5F46-7668-69A3-35D9D7EE01A9}"/>
              </a:ext>
            </a:extLst>
          </p:cNvPr>
          <p:cNvSpPr txBox="1"/>
          <p:nvPr/>
        </p:nvSpPr>
        <p:spPr>
          <a:xfrm>
            <a:off x="1723103" y="113071"/>
            <a:ext cx="868925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working interactive web application that allows users to filter and find EV charging stations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check availability, view charging type, and open the location directly in Google Maps.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12B95-1794-092E-A631-B372686A5BE1}"/>
              </a:ext>
            </a:extLst>
          </p:cNvPr>
          <p:cNvSpPr txBox="1"/>
          <p:nvPr/>
        </p:nvSpPr>
        <p:spPr>
          <a:xfrm>
            <a:off x="1723103" y="3143541"/>
            <a:ext cx="986283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 in the Project: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City →  Area Selection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Status →  Availability Update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Area-Based       →  Station Filtering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Type  →  Speed Display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 → Direct Navigation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58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DE3728-D673-6212-9C32-DEC8AA13AFE6}"/>
              </a:ext>
            </a:extLst>
          </p:cNvPr>
          <p:cNvSpPr txBox="1"/>
          <p:nvPr/>
        </p:nvSpPr>
        <p:spPr>
          <a:xfrm>
            <a:off x="3588774" y="2635045"/>
            <a:ext cx="55810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 YOU </a:t>
            </a:r>
          </a:p>
        </p:txBody>
      </p:sp>
    </p:spTree>
    <p:extLst>
      <p:ext uri="{BB962C8B-B14F-4D97-AF65-F5344CB8AC3E}">
        <p14:creationId xmlns:p14="http://schemas.microsoft.com/office/powerpoint/2010/main" val="132526035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</TotalTime>
  <Words>160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preethimoorthy05@outlook.com</dc:creator>
  <cp:lastModifiedBy>sri varsha</cp:lastModifiedBy>
  <cp:revision>3</cp:revision>
  <dcterms:created xsi:type="dcterms:W3CDTF">2026-02-28T07:26:17Z</dcterms:created>
  <dcterms:modified xsi:type="dcterms:W3CDTF">2026-02-28T11:20:08Z</dcterms:modified>
</cp:coreProperties>
</file>